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Relationship Id="rId11" Type="http://schemas.openxmlformats.org/officeDocument/2006/relationships/slide" Target="slides/slide9.xml"/>
<Relationship Id="rId12" Type="http://schemas.openxmlformats.org/officeDocument/2006/relationships/slide" Target="slides/slide10.xml"/>
<Relationship Id="rId13" Type="http://schemas.openxmlformats.org/officeDocument/2006/relationships/slide" Target="slides/slide11.xml"/>
<Relationship Id="rId14" Type="http://schemas.openxmlformats.org/officeDocument/2006/relationships/slide" Target="slides/slide12.xml"/>
<Relationship Id="rId15" Type="http://schemas.openxmlformats.org/officeDocument/2006/relationships/slide" Target="slides/slide13.xml"/>
<Relationship Id="rId16" Type="http://schemas.openxmlformats.org/officeDocument/2006/relationships/slide" Target="slides/slide14.xml"/>
<Relationship Id="rId17" Type="http://schemas.openxmlformats.org/officeDocument/2006/relationships/slide" Target="slides/slide15.xml"/>
<Relationship Id="rId18" Type="http://schemas.openxmlformats.org/officeDocument/2006/relationships/slide" Target="slides/slide16.xml"/>
<Relationship Id="rId19" Type="http://schemas.openxmlformats.org/officeDocument/2006/relationships/slide" Target="slides/slide17.xml"/>
<Relationship Id="rId20" Type="http://schemas.openxmlformats.org/officeDocument/2006/relationships/slide" Target="slides/slide18.xml"/>
<Relationship Id="rId21" Type="http://schemas.openxmlformats.org/officeDocument/2006/relationships/slide" Target="slides/slide19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9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0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1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2.png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3.png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4.png"/>
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5.png"/>
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6.png"/>
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7.png"/>
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8.png"/>
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9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