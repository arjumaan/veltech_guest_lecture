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theme" Target="theme/theme1.xml"/>
<Relationship Id="rId2" Type="http://schemas.openxmlformats.org/officeDocument/2006/relationships/slideMaster" Target="slideMasters/slideMaster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8.png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9.png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1.png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2.png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4.pn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5.pn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7.pn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8.pn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0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"/>
          <p:cNvPicPr>
            <a:picLocks noChangeAspect="1"/>
          </p:cNvPicPr>
          <p:nvPr/>
        </p:nvPicPr>
        <p:blipFill>
          <a:blip r:embed="rId2">
            <a:alphaModFix amt="100000"/>
          </a:blip>
          <a:srcRect l="0" t="0" r="0" b="0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</p:spPr>
      </p:pic>
    </p:spTree>
  </p:cSld>
</p:sld>
</file>

<file path=ppt/theme/_rels/theme1.xml.rels><?xml version="1.0" encoding="UTF-8" standalone="yes"?>
<Relationships xmlns="http://schemas.openxmlformats.org/package/2006/relationships">

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rgbClr val="000000"/>
      </a:dk1>
      <a:lt1>
        <a:srgbClr val="FFFFFF"/>
      </a:lt1>
      <a:dk2>
        <a:srgbClr val="4A66AC"/>
      </a:dk2>
      <a:lt2>
        <a:srgbClr val="E0EBF6"/>
      </a:lt2>
      <a:accent1>
        <a:srgbClr val="0068BF"/>
      </a:accent1>
      <a:accent2>
        <a:srgbClr val="89C700"/>
      </a:accent2>
      <a:accent3>
        <a:srgbClr val="0884E3"/>
      </a:accent3>
      <a:accent4>
        <a:srgbClr val="FEA029"/>
      </a:accent4>
      <a:accent5>
        <a:srgbClr val="F07F79"/>
      </a:accent5>
      <a:accent6>
        <a:srgbClr val="95E1C1"/>
      </a:accent6>
      <a:hlink>
        <a:srgbClr val="000000"/>
      </a:hlink>
      <a:folHlink>
        <a:srgbClr val="00000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