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theme" Target="theme/theme1.xml"/>
<Relationship Id="rId2" Type="http://schemas.openxmlformats.org/officeDocument/2006/relationships/slideMaster" Target="slideMasters/slideMaster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Relationship Id="rId6" Type="http://schemas.openxmlformats.org/officeDocument/2006/relationships/slide" Target="slides/slide4.xml"/>
<Relationship Id="rId7" Type="http://schemas.openxmlformats.org/officeDocument/2006/relationships/slide" Target="slides/slide5.xml"/>
<Relationship Id="rId8" Type="http://schemas.openxmlformats.org/officeDocument/2006/relationships/slide" Target="slides/slide6.xml"/>
<Relationship Id="rId9" Type="http://schemas.openxmlformats.org/officeDocument/2006/relationships/slide" Target="slides/slide7.xml"/>
<Relationship Id="rId10" Type="http://schemas.openxmlformats.org/officeDocument/2006/relationships/slide" Target="slides/slide8.xml"/>
<Relationship Id="rId11" Type="http://schemas.openxmlformats.org/officeDocument/2006/relationships/slide" Target="slides/slide9.xml"/>
<Relationship Id="rId12" Type="http://schemas.openxmlformats.org/officeDocument/2006/relationships/slide" Target="slides/slide10.xml"/>
<Relationship Id="rId13" Type="http://schemas.openxmlformats.org/officeDocument/2006/relationships/slide" Target="slides/slide11.xml"/>
<Relationship Id="rId14" Type="http://schemas.openxmlformats.org/officeDocument/2006/relationships/slide" Target="slides/slide12.xml"/>
<Relationship Id="rId15" Type="http://schemas.openxmlformats.org/officeDocument/2006/relationships/slide" Target="slides/slide13.xml"/>
<Relationship Id="rId16" Type="http://schemas.openxmlformats.org/officeDocument/2006/relationships/slide" Target="slides/slide14.xml"/>
<Relationship Id="rId17" Type="http://schemas.openxmlformats.org/officeDocument/2006/relationships/slide" Target="slides/slide15.xml"/>
<Relationship Id="rId18" Type="http://schemas.openxmlformats.org/officeDocument/2006/relationships/slide" Target="slides/slide16.xml"/>
<Relationship Id="rId19" Type="http://schemas.openxmlformats.org/officeDocument/2006/relationships/slide" Target="slides/slide17.xml"/>
<Relationship Id="rId20" Type="http://schemas.openxmlformats.org/officeDocument/2006/relationships/slide" Target="slides/slide18.xml"/>
<Relationship Id="rId21" Type="http://schemas.openxmlformats.org/officeDocument/2006/relationships/slide" Target="slides/slide19.xml"/>
<Relationship Id="rId22" Type="http://schemas.openxmlformats.org/officeDocument/2006/relationships/slide" Target="slides/slide20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1.xml"/>
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.png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3.png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4.png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5.png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6.png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7.png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8.png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9.png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0.png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1.png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2.png"/>
</Relationships>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3.png"/>
</Relationships>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4.png"/>
</Relationships>
</file>

<file path=ppt/slides/_rels/slide1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5.png"/>
</Relationships>
</file>

<file path=ppt/slides/_rels/slide1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6.png"/>
</Relationships>
</file>

<file path=ppt/slides/_rels/slide1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7.png"/>
</Relationships>
</file>

<file path=ppt/slides/_rels/slide1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8.png"/>
</Relationships>
</file>

<file path=ppt/slides/_rels/slide1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9.png"/>
</Relationships>
</file>

<file path=ppt/slides/_rels/slide2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0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</p:spPr>
      </p:pic>
    </p:spTree>
  </p:cSld>
</p:sld>
</file>

<file path=ppt/theme/_rels/theme1.xml.rels><?xml version="1.0" encoding="UTF-8" standalone="yes"?>
<Relationships xmlns="http://schemas.openxmlformats.org/package/2006/relationships">

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0068BF"/>
      </a:accent1>
      <a:accent2>
        <a:srgbClr val="89C700"/>
      </a:accent2>
      <a:accent3>
        <a:srgbClr val="0884E3"/>
      </a:accent3>
      <a:accent4>
        <a:srgbClr val="FEA029"/>
      </a:accent4>
      <a:accent5>
        <a:srgbClr val="F07F79"/>
      </a:accent5>
      <a:accent6>
        <a:srgbClr val="95E1C1"/>
      </a:accent6>
      <a:hlink>
        <a:srgbClr val="000000"/>
      </a:hlink>
      <a:folHlink>
        <a:srgbClr val="0000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